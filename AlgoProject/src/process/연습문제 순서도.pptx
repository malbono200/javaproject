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8B4981-5B9E-2321-616C-2530719A2A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80E1373-DD76-48E5-A0F0-7BF956CC8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690785-010B-5A11-DC84-E2017350C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77CF-FFB5-4397-9923-34C8FE657A9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0D87AD-88CD-2B28-E3E1-AF30A871B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B224F6-982C-AA70-A1C0-BD585F41D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0B6D-ADA0-4E18-942B-01E8D56CEA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481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0F9C2E-A690-4B2E-5EDB-8CE8E29F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151F16-E4A8-86AE-5141-9DC5DF33F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73BB9D-27DC-F3E4-1574-593900BA1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77CF-FFB5-4397-9923-34C8FE657A9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F25FB6-7D55-DF22-346E-B87806EEA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FEA437-8212-7C69-C2D4-4E14240FF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0B6D-ADA0-4E18-942B-01E8D56CEA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967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139BB7-7A47-B2EA-BE4F-6786B6BDA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572B94-301F-7F68-F0D9-E6AF903DF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A4C792-67F8-E309-90D3-76402E4F9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77CF-FFB5-4397-9923-34C8FE657A9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B63FD7-1FD3-C61F-3262-E59D7DE51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B0C380-882B-C623-C7B3-5EB78C0B0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0B6D-ADA0-4E18-942B-01E8D56CEA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411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662FD-6D53-4D81-FBA5-95CC53F61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E8CC7A-4DFE-EC81-45A2-F3176380D2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486E70-70E5-9C55-C525-E35FFFEDC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E29467-58F2-3970-BAE1-9A0D77B13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77CF-FFB5-4397-9923-34C8FE657A9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D8DFA4-06F9-A2CE-919B-93F8041D6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7D02B3-75B4-F490-756E-228A4E399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0B6D-ADA0-4E18-942B-01E8D56CEA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4207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2144F6-244B-874D-680A-57211B81A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D6258F-6D7D-097A-A439-9462688D8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DFF5DE-8C01-6E71-D92B-25BCA2F5E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2E8DE81-E581-4050-F379-D59087AFC8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DDE12E9-532C-F2B7-44B6-F95702D829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114CE24-5B16-CFCC-6DFC-9C0303035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77CF-FFB5-4397-9923-34C8FE657A9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02C6872-8793-CBA0-D741-A2D47AFD6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4D58798-A40E-3DAD-5AEB-1DB2D7099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0B6D-ADA0-4E18-942B-01E8D56CEA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432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02BC53-DF90-2A23-CD66-19EDDA166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C44DBE-9AC4-84BD-0D1F-D25F84C94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77CF-FFB5-4397-9923-34C8FE657A9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31778E-3554-60D0-A66F-A0BC60D9A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AF40E3-4B61-B33D-97E6-EFF3F85C1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0B6D-ADA0-4E18-942B-01E8D56CEA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671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22218FB-6A91-C1DA-FC7F-B2DF3C380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77CF-FFB5-4397-9923-34C8FE657A9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D3F4077-73CE-92D1-204C-3C3112300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7DC489-10B5-79D4-83CA-36CCF39B5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0B6D-ADA0-4E18-942B-01E8D56CEA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262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CC420-AF51-DC4F-326C-E8A316552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3793E8-2BC6-3F2F-69BF-A8B9A9277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452010-A9C9-CC2F-FB21-EA73052F50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B95BCC-C011-A9F6-AED2-E4E277C2B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77CF-FFB5-4397-9923-34C8FE657A9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534578-433C-3F69-F553-6C084AA8B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8CEDC7-3376-4437-B056-9F01D3130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0B6D-ADA0-4E18-942B-01E8D56CEA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9614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261C5C-BA9D-24D0-DDAE-8F9F4EB0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328F571-1F80-887C-33B8-C8646B16C6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36A140-FDA0-6EF3-C777-1800E6ACA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4EA93B-DFCD-0D94-999A-67182B5CA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77CF-FFB5-4397-9923-34C8FE657A9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520388-CE19-81C4-22EC-1F9518218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40617B-5922-CCF4-098C-7B350982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0B6D-ADA0-4E18-942B-01E8D56CEA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230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B96785-B16C-E467-489C-5587155E1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6A3C3D-C22F-675D-7425-D7BDEAF1E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5E2A99-9178-FAA2-CF76-ABD6E6D25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77CF-FFB5-4397-9923-34C8FE657A9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869AB6-A0A2-ECD8-D7A3-C5B1CBF1A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04EEAC-645F-6645-BD68-82C62F91C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0B6D-ADA0-4E18-942B-01E8D56CEA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088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D4290C8-9162-5B77-C8BE-58DC9AA701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EB277B-C16D-C617-0D95-DF08A23BC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FF4E4A-5DD2-5CC2-F36B-4743BD205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77CF-FFB5-4397-9923-34C8FE657A9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DA6B25-B977-F589-CE95-BB137DCF0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13933B-3CCF-2F6A-C0B4-B75DDC196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0B6D-ADA0-4E18-942B-01E8D56CEA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592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0427B7D-8AF5-5B77-94F8-24AA7B502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98A13C-0D0F-CB8B-7BAB-D28FFB891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D8D7F6-A717-378F-2220-F0EC7442ED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EA77CF-FFB5-4397-9923-34C8FE657A99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CD5935-ED55-19BA-1F16-D8E00469A0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B04B0A-2C05-2F2B-142E-D492BB4AA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850B6D-ADA0-4E18-942B-01E8D56CEA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219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3788C3F3-5E44-C5ED-27BE-B3C03EC75A0F}"/>
              </a:ext>
            </a:extLst>
          </p:cNvPr>
          <p:cNvSpPr/>
          <p:nvPr/>
        </p:nvSpPr>
        <p:spPr>
          <a:xfrm>
            <a:off x="4470399" y="0"/>
            <a:ext cx="1764145" cy="498763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Start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순서도: 수행의 시작/종료 8">
            <a:extLst>
              <a:ext uri="{FF2B5EF4-FFF2-40B4-BE49-F238E27FC236}">
                <a16:creationId xmlns:a16="http://schemas.microsoft.com/office/drawing/2014/main" id="{8068F742-91DC-D448-9C28-7295918DB421}"/>
              </a:ext>
            </a:extLst>
          </p:cNvPr>
          <p:cNvSpPr/>
          <p:nvPr/>
        </p:nvSpPr>
        <p:spPr>
          <a:xfrm>
            <a:off x="8275775" y="4022148"/>
            <a:ext cx="1764145" cy="498763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End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순서도: 판단 11">
            <a:extLst>
              <a:ext uri="{FF2B5EF4-FFF2-40B4-BE49-F238E27FC236}">
                <a16:creationId xmlns:a16="http://schemas.microsoft.com/office/drawing/2014/main" id="{8DB97DC3-671E-2828-AA67-E5378C0F42AB}"/>
              </a:ext>
            </a:extLst>
          </p:cNvPr>
          <p:cNvSpPr/>
          <p:nvPr/>
        </p:nvSpPr>
        <p:spPr>
          <a:xfrm>
            <a:off x="4061688" y="1981200"/>
            <a:ext cx="2581561" cy="949038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i</a:t>
            </a:r>
            <a:r>
              <a:rPr lang="en-US" altLang="ko-KR" dirty="0">
                <a:solidFill>
                  <a:schemeClr val="tx1"/>
                </a:solidFill>
              </a:rPr>
              <a:t> &lt;=100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순서도: 판단 12">
            <a:extLst>
              <a:ext uri="{FF2B5EF4-FFF2-40B4-BE49-F238E27FC236}">
                <a16:creationId xmlns:a16="http://schemas.microsoft.com/office/drawing/2014/main" id="{A948549E-203A-259F-850F-BA54FF1E7CF9}"/>
              </a:ext>
            </a:extLst>
          </p:cNvPr>
          <p:cNvSpPr/>
          <p:nvPr/>
        </p:nvSpPr>
        <p:spPr>
          <a:xfrm>
            <a:off x="4061689" y="3322492"/>
            <a:ext cx="2581561" cy="949038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i</a:t>
            </a:r>
            <a:r>
              <a:rPr lang="en-US" altLang="ko-KR" dirty="0">
                <a:solidFill>
                  <a:schemeClr val="tx1"/>
                </a:solidFill>
              </a:rPr>
              <a:t> % 2 = 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순서도: 준비 14">
            <a:extLst>
              <a:ext uri="{FF2B5EF4-FFF2-40B4-BE49-F238E27FC236}">
                <a16:creationId xmlns:a16="http://schemas.microsoft.com/office/drawing/2014/main" id="{79726B6A-34FC-B907-6709-05E5A4CAB463}"/>
              </a:ext>
            </a:extLst>
          </p:cNvPr>
          <p:cNvSpPr/>
          <p:nvPr/>
        </p:nvSpPr>
        <p:spPr>
          <a:xfrm>
            <a:off x="4104406" y="881494"/>
            <a:ext cx="2496123" cy="645969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i</a:t>
            </a:r>
            <a:r>
              <a:rPr lang="en-US" altLang="ko-KR" dirty="0">
                <a:solidFill>
                  <a:schemeClr val="tx1"/>
                </a:solidFill>
              </a:rPr>
              <a:t>=1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sum = 0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E5640FE-B713-8891-72EF-8707EF97BCD5}"/>
              </a:ext>
            </a:extLst>
          </p:cNvPr>
          <p:cNvCxnSpPr>
            <a:stCxn id="4" idx="2"/>
            <a:endCxn id="15" idx="0"/>
          </p:cNvCxnSpPr>
          <p:nvPr/>
        </p:nvCxnSpPr>
        <p:spPr>
          <a:xfrm flipH="1">
            <a:off x="5352468" y="498763"/>
            <a:ext cx="4" cy="3827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EFF5ECE-4D38-6E79-5201-EACD588E2942}"/>
              </a:ext>
            </a:extLst>
          </p:cNvPr>
          <p:cNvCxnSpPr>
            <a:stCxn id="15" idx="2"/>
            <a:endCxn id="12" idx="0"/>
          </p:cNvCxnSpPr>
          <p:nvPr/>
        </p:nvCxnSpPr>
        <p:spPr>
          <a:xfrm>
            <a:off x="5352468" y="1527463"/>
            <a:ext cx="1" cy="453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88B7624-D387-183E-3D5A-55BFCACD333C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5352469" y="2930238"/>
            <a:ext cx="1" cy="392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D9F6429-8836-1D35-1E60-1768A1953319}"/>
              </a:ext>
            </a:extLst>
          </p:cNvPr>
          <p:cNvCxnSpPr>
            <a:cxnSpLocks/>
            <a:stCxn id="13" idx="3"/>
            <a:endCxn id="25" idx="0"/>
          </p:cNvCxnSpPr>
          <p:nvPr/>
        </p:nvCxnSpPr>
        <p:spPr>
          <a:xfrm>
            <a:off x="6643250" y="3797011"/>
            <a:ext cx="12694" cy="1058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순서도: 처리 24">
            <a:extLst>
              <a:ext uri="{FF2B5EF4-FFF2-40B4-BE49-F238E27FC236}">
                <a16:creationId xmlns:a16="http://schemas.microsoft.com/office/drawing/2014/main" id="{ADF17DF7-039F-8863-0E50-0A5470E98E34}"/>
              </a:ext>
            </a:extLst>
          </p:cNvPr>
          <p:cNvSpPr/>
          <p:nvPr/>
        </p:nvSpPr>
        <p:spPr>
          <a:xfrm>
            <a:off x="5591454" y="4855731"/>
            <a:ext cx="2128979" cy="498763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sum = sum + </a:t>
            </a:r>
            <a:r>
              <a:rPr lang="en-US" altLang="ko-KR" dirty="0" err="1">
                <a:solidFill>
                  <a:schemeClr val="tx1"/>
                </a:solidFill>
              </a:rPr>
              <a:t>i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순서도: 처리 25">
            <a:extLst>
              <a:ext uri="{FF2B5EF4-FFF2-40B4-BE49-F238E27FC236}">
                <a16:creationId xmlns:a16="http://schemas.microsoft.com/office/drawing/2014/main" id="{F704E6C6-FE17-B49F-1B41-BE606160E7F2}"/>
              </a:ext>
            </a:extLst>
          </p:cNvPr>
          <p:cNvSpPr/>
          <p:nvPr/>
        </p:nvSpPr>
        <p:spPr>
          <a:xfrm>
            <a:off x="4287977" y="5913582"/>
            <a:ext cx="2128979" cy="498763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sum = sum + </a:t>
            </a:r>
            <a:r>
              <a:rPr lang="en-US" altLang="ko-KR" dirty="0" err="1">
                <a:solidFill>
                  <a:schemeClr val="tx1"/>
                </a:solidFill>
              </a:rPr>
              <a:t>i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순서도: 처리 26">
            <a:extLst>
              <a:ext uri="{FF2B5EF4-FFF2-40B4-BE49-F238E27FC236}">
                <a16:creationId xmlns:a16="http://schemas.microsoft.com/office/drawing/2014/main" id="{FAFFA495-C1AF-09C7-1F8A-7FD4AF511ED7}"/>
              </a:ext>
            </a:extLst>
          </p:cNvPr>
          <p:cNvSpPr/>
          <p:nvPr/>
        </p:nvSpPr>
        <p:spPr>
          <a:xfrm>
            <a:off x="2997198" y="4855731"/>
            <a:ext cx="2128979" cy="498763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sum = sum - </a:t>
            </a:r>
            <a:r>
              <a:rPr lang="en-US" altLang="ko-KR" dirty="0" err="1">
                <a:solidFill>
                  <a:schemeClr val="tx1"/>
                </a:solidFill>
              </a:rPr>
              <a:t>i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050D0C4-337B-66D3-704D-AC77C00F5F5B}"/>
              </a:ext>
            </a:extLst>
          </p:cNvPr>
          <p:cNvCxnSpPr>
            <a:stCxn id="13" idx="1"/>
            <a:endCxn id="27" idx="0"/>
          </p:cNvCxnSpPr>
          <p:nvPr/>
        </p:nvCxnSpPr>
        <p:spPr>
          <a:xfrm flipH="1">
            <a:off x="4061688" y="3797011"/>
            <a:ext cx="1" cy="1058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B2038B3-04FD-2267-F1A8-29636BC51490}"/>
              </a:ext>
            </a:extLst>
          </p:cNvPr>
          <p:cNvCxnSpPr>
            <a:stCxn id="25" idx="2"/>
            <a:endCxn id="26" idx="0"/>
          </p:cNvCxnSpPr>
          <p:nvPr/>
        </p:nvCxnSpPr>
        <p:spPr>
          <a:xfrm flipH="1">
            <a:off x="5352467" y="5354494"/>
            <a:ext cx="1303477" cy="5590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B4190A51-C815-69E2-3DA5-18FE3BF19ABA}"/>
              </a:ext>
            </a:extLst>
          </p:cNvPr>
          <p:cNvCxnSpPr>
            <a:stCxn id="26" idx="1"/>
            <a:endCxn id="12" idx="1"/>
          </p:cNvCxnSpPr>
          <p:nvPr/>
        </p:nvCxnSpPr>
        <p:spPr>
          <a:xfrm rot="10800000">
            <a:off x="4061689" y="2455720"/>
            <a:ext cx="226289" cy="3707245"/>
          </a:xfrm>
          <a:prstGeom prst="bentConnector3">
            <a:avLst>
              <a:gd name="adj1" fmla="val 126633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65A75C6B-A45F-82F1-B02A-D28D517D87E6}"/>
              </a:ext>
            </a:extLst>
          </p:cNvPr>
          <p:cNvCxnSpPr>
            <a:stCxn id="27" idx="2"/>
            <a:endCxn id="26" idx="0"/>
          </p:cNvCxnSpPr>
          <p:nvPr/>
        </p:nvCxnSpPr>
        <p:spPr>
          <a:xfrm>
            <a:off x="4061688" y="5354494"/>
            <a:ext cx="1290779" cy="5590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순서도: 문서 48">
            <a:extLst>
              <a:ext uri="{FF2B5EF4-FFF2-40B4-BE49-F238E27FC236}">
                <a16:creationId xmlns:a16="http://schemas.microsoft.com/office/drawing/2014/main" id="{0D9C9517-C7E4-B74B-E275-31192A55C2E0}"/>
              </a:ext>
            </a:extLst>
          </p:cNvPr>
          <p:cNvSpPr/>
          <p:nvPr/>
        </p:nvSpPr>
        <p:spPr>
          <a:xfrm>
            <a:off x="8275776" y="2930238"/>
            <a:ext cx="1764144" cy="565729"/>
          </a:xfrm>
          <a:prstGeom prst="flowChartDocumen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sum </a:t>
            </a:r>
            <a:r>
              <a:rPr lang="ko-KR" altLang="en-US" dirty="0">
                <a:solidFill>
                  <a:schemeClr val="tx1"/>
                </a:solidFill>
              </a:rPr>
              <a:t>출력</a:t>
            </a:r>
          </a:p>
        </p:txBody>
      </p: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A514E049-0C31-B2F9-0B67-9936B2A01DC5}"/>
              </a:ext>
            </a:extLst>
          </p:cNvPr>
          <p:cNvCxnSpPr>
            <a:stCxn id="12" idx="3"/>
            <a:endCxn id="49" idx="0"/>
          </p:cNvCxnSpPr>
          <p:nvPr/>
        </p:nvCxnSpPr>
        <p:spPr>
          <a:xfrm>
            <a:off x="6643249" y="2455719"/>
            <a:ext cx="2514599" cy="4745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F65E4722-8617-E3AB-2E61-E28C2DB3B2BD}"/>
              </a:ext>
            </a:extLst>
          </p:cNvPr>
          <p:cNvCxnSpPr>
            <a:stCxn id="49" idx="2"/>
            <a:endCxn id="9" idx="0"/>
          </p:cNvCxnSpPr>
          <p:nvPr/>
        </p:nvCxnSpPr>
        <p:spPr>
          <a:xfrm>
            <a:off x="9157848" y="3458566"/>
            <a:ext cx="0" cy="5635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367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와이드스크린</PresentationFormat>
  <Paragraphs>10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안성현</dc:creator>
  <cp:lastModifiedBy>안성현</cp:lastModifiedBy>
  <cp:revision>1</cp:revision>
  <dcterms:created xsi:type="dcterms:W3CDTF">2026-08-12T05:18:28Z</dcterms:created>
  <dcterms:modified xsi:type="dcterms:W3CDTF">2026-08-12T05:18:29Z</dcterms:modified>
</cp:coreProperties>
</file>