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B7C2F8-15B3-7E49-C0CD-F58EF65380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BB5AFB6-D128-8E12-EA32-EA0F6291FC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B3E3C3-D122-DFA9-4C06-ADC071C20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6D77F-8585-4BF4-91B2-2A273686C27E}" type="datetimeFigureOut">
              <a:rPr lang="ko-KR" altLang="en-US" smtClean="0"/>
              <a:t>26-09-03(Thu)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8BCDD4-029D-01E5-637C-4C95A6AA8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199001B-7CB8-19EF-2E7E-CD270E6DC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755C2-DB6F-4CED-9E35-B0CBAD4C57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8330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0C1F59-4D60-BB30-30F3-EE06A8A60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ACF7EC-BAA3-85E3-9706-BED53A2F48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BCEF4B-2F83-8137-207A-7B09E9AB7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6D77F-8585-4BF4-91B2-2A273686C27E}" type="datetimeFigureOut">
              <a:rPr lang="ko-KR" altLang="en-US" smtClean="0"/>
              <a:t>26-09-03(Thu)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250D9F3-7CEB-57F7-51CB-479FE4D03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D5171F-C0FC-74D0-41F2-B73591BCC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755C2-DB6F-4CED-9E35-B0CBAD4C57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7777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E14DAF-78BC-1D67-65CE-AE53DAF61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624BF23-F3DC-EFE5-6C38-3449CADAED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95E981-4389-9693-06CB-097048BAA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6D77F-8585-4BF4-91B2-2A273686C27E}" type="datetimeFigureOut">
              <a:rPr lang="ko-KR" altLang="en-US" smtClean="0"/>
              <a:t>26-09-03(Thu)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A11B47F-AC54-30EE-3636-C2B5B29CF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6C7D403-2542-8D7C-984E-65BDDC069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755C2-DB6F-4CED-9E35-B0CBAD4C57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1685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3D3E59-C919-336E-D2B9-D5068EDE3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D64F163-5250-7639-BAAA-D07BED238B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C255476-F25F-DA19-41A3-0C33C2EAA0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A07949D-7A22-A74E-1CE7-9D02D7BED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6D77F-8585-4BF4-91B2-2A273686C27E}" type="datetimeFigureOut">
              <a:rPr lang="ko-KR" altLang="en-US" smtClean="0"/>
              <a:t>26-09-03(Thu)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934F5E5-357A-88B9-F4A1-6C68B7BEB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B55FB2A-3D2F-4395-8655-37F36F1F6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755C2-DB6F-4CED-9E35-B0CBAD4C57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1165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281054-C3FF-EE04-C893-548152FCA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193BCD6-29CE-5944-4202-BD862A3FBB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1A9AF09-C9B6-965A-C0FA-D1CF01ED06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1AC7804-4163-E829-105E-57FDF9F397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8493527-20F3-5A89-78D7-B9F1AB7CCA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FD49C28-F90B-36CB-859B-86411EB15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6D77F-8585-4BF4-91B2-2A273686C27E}" type="datetimeFigureOut">
              <a:rPr lang="ko-KR" altLang="en-US" smtClean="0"/>
              <a:t>26-09-03(Thu)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8F1832C-95CA-B1A7-8B0D-E631D640B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57FF044-CB1C-5020-DB61-C28D912AB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755C2-DB6F-4CED-9E35-B0CBAD4C57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2460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EB468B-145D-1F14-C879-1E1574EC6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E3B9F8F-AA78-C4CB-5D9F-6022CC6DA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6D77F-8585-4BF4-91B2-2A273686C27E}" type="datetimeFigureOut">
              <a:rPr lang="ko-KR" altLang="en-US" smtClean="0"/>
              <a:t>26-09-03(Thu)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5CCE74F-DC2A-797A-5928-F07AFCDC9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EDD861D-E157-7CF0-5308-C206B324E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755C2-DB6F-4CED-9E35-B0CBAD4C57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8123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94334AF-4825-2D76-3EE3-BECF3FDE4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6D77F-8585-4BF4-91B2-2A273686C27E}" type="datetimeFigureOut">
              <a:rPr lang="ko-KR" altLang="en-US" smtClean="0"/>
              <a:t>26-09-03(Thu)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4BB186E-632E-4AD7-BCE8-140B5CC8D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39FB51-D1B4-F7D4-B20D-6B7A27E26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755C2-DB6F-4CED-9E35-B0CBAD4C57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8315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A73F43-C417-7440-5095-CACACA1B7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470B21-FB29-D010-A33C-69EDD1EC03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9174F40-CC9E-8911-B5B4-BE75D857CF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84535BC-7B88-F8C3-D2E6-53F2192BB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6D77F-8585-4BF4-91B2-2A273686C27E}" type="datetimeFigureOut">
              <a:rPr lang="ko-KR" altLang="en-US" smtClean="0"/>
              <a:t>26-09-03(Thu)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78E81A9-9DEC-F83E-F328-7F2DAA538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40014CC-3723-D3FF-A944-15267C944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755C2-DB6F-4CED-9E35-B0CBAD4C57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5403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43A97B-7EFB-2E38-7A31-D0BC945ED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DCF3050-1D6D-832D-A0F3-39AC4279B6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E246D10-9CC0-7C68-1CA5-0A18F39C54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2AED7C1-11AB-1142-7D24-B43BEFC29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6D77F-8585-4BF4-91B2-2A273686C27E}" type="datetimeFigureOut">
              <a:rPr lang="ko-KR" altLang="en-US" smtClean="0"/>
              <a:t>26-09-03(Thu)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D59122A-F758-1726-ABB9-760553369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C2B65E-0650-36DD-06CB-BC0EBA3A5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755C2-DB6F-4CED-9E35-B0CBAD4C57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81421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03AAC9-72B1-7B1B-31CE-25D9C5EE1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9E02E45-0431-F917-BB8C-EFD5CB941D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FBEAB2-8B08-B4AE-F51A-DE7C08E0D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6D77F-8585-4BF4-91B2-2A273686C27E}" type="datetimeFigureOut">
              <a:rPr lang="ko-KR" altLang="en-US" smtClean="0"/>
              <a:t>26-09-03(Thu)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0A5CEF-836C-4151-5117-A83C2363E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C2D3374-AFDC-E602-56D1-0FC3CBE10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755C2-DB6F-4CED-9E35-B0CBAD4C57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53496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D3E5170-66FD-219B-3434-059DFD7836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EE65F5-B758-F9AE-7070-2FCCE46CD6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78B590-D5DA-86A5-A3C9-ED164423C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6D77F-8585-4BF4-91B2-2A273686C27E}" type="datetimeFigureOut">
              <a:rPr lang="ko-KR" altLang="en-US" smtClean="0"/>
              <a:t>26-09-03(Thu)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F15642-CFE9-7BCF-E8DB-8A312607F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25B18C-C35F-D0A3-863F-B02CEDF54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755C2-DB6F-4CED-9E35-B0CBAD4C57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9113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734E694-52F5-EE8E-5FF2-88D850414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C8C7F1F-C523-80C9-E117-44D2E47FA7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2CF6F4-D6A4-1177-1C5F-942B9B3F97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96D77F-8585-4BF4-91B2-2A273686C27E}" type="datetimeFigureOut">
              <a:rPr lang="ko-KR" altLang="en-US" smtClean="0"/>
              <a:t>26-09-03(Thu)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0B19BC-9289-8ADC-2CD5-B0875934B5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E45795-7EB7-66AC-80F5-2CB518F3E8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3755C2-DB6F-4CED-9E35-B0CBAD4C57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0154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A64249B-BCF8-0C82-7A8E-C271DD4232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64000"/>
            <a:ext cx="12192000" cy="20539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64B7214-80B0-FAB8-658B-032CEB3FD89D}"/>
              </a:ext>
            </a:extLst>
          </p:cNvPr>
          <p:cNvSpPr txBox="1"/>
          <p:nvPr/>
        </p:nvSpPr>
        <p:spPr>
          <a:xfrm>
            <a:off x="5024580" y="86651"/>
            <a:ext cx="2142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학생 테이블 확인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1ABD616-C221-BE99-14E8-4E5E97DE5E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29701"/>
            <a:ext cx="12192000" cy="212255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056F775-FFF2-EC5E-B078-2D59CEBFAB5F}"/>
              </a:ext>
            </a:extLst>
          </p:cNvPr>
          <p:cNvSpPr txBox="1"/>
          <p:nvPr/>
        </p:nvSpPr>
        <p:spPr>
          <a:xfrm>
            <a:off x="4625108" y="3244334"/>
            <a:ext cx="2941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학생 테이블 </a:t>
            </a:r>
            <a:r>
              <a:rPr lang="ko-KR" altLang="en-US" dirty="0" err="1"/>
              <a:t>컬럼수</a:t>
            </a:r>
            <a:r>
              <a:rPr lang="ko-KR" altLang="en-US" dirty="0"/>
              <a:t> 확인</a:t>
            </a:r>
          </a:p>
        </p:txBody>
      </p:sp>
    </p:spTree>
    <p:extLst>
      <p:ext uri="{BB962C8B-B14F-4D97-AF65-F5344CB8AC3E}">
        <p14:creationId xmlns:p14="http://schemas.microsoft.com/office/powerpoint/2010/main" val="201492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1DD73A3B-93E6-3546-35F1-4D7C5E1151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56935"/>
            <a:ext cx="12192000" cy="154587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A7E0271-ED87-BB2B-1735-8467536558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29000"/>
            <a:ext cx="12192000" cy="151480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44397C4-C494-067E-9350-C24491B377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52273"/>
            <a:ext cx="12192000" cy="150572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F7641CA-3566-15A2-0E63-3C778BA74239}"/>
              </a:ext>
            </a:extLst>
          </p:cNvPr>
          <p:cNvSpPr txBox="1"/>
          <p:nvPr/>
        </p:nvSpPr>
        <p:spPr>
          <a:xfrm>
            <a:off x="5056909" y="861414"/>
            <a:ext cx="2078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1~3 </a:t>
            </a:r>
            <a:r>
              <a:rPr lang="ko-KR" altLang="en-US" dirty="0" err="1"/>
              <a:t>컬럼명</a:t>
            </a:r>
            <a:r>
              <a:rPr lang="ko-KR" altLang="en-US" dirty="0"/>
              <a:t> 확인</a:t>
            </a:r>
          </a:p>
        </p:txBody>
      </p:sp>
    </p:spTree>
    <p:extLst>
      <p:ext uri="{BB962C8B-B14F-4D97-AF65-F5344CB8AC3E}">
        <p14:creationId xmlns:p14="http://schemas.microsoft.com/office/powerpoint/2010/main" val="4190768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BD8ED-73EE-5C8D-3022-2C2008188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7655BBB-99C9-C904-D76C-CA12BF4A22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37104"/>
            <a:ext cx="12192000" cy="138229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4CE7C9C-3B00-47F5-E73A-8FD01083E9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96491"/>
            <a:ext cx="12192000" cy="151849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EC8C737-59D0-6A9C-0E4A-F6D3C54288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48073"/>
            <a:ext cx="12192000" cy="160170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32C435D-8A0D-170C-69BE-ADB08E697C50}"/>
              </a:ext>
            </a:extLst>
          </p:cNvPr>
          <p:cNvSpPr txBox="1"/>
          <p:nvPr/>
        </p:nvSpPr>
        <p:spPr>
          <a:xfrm>
            <a:off x="5056909" y="819354"/>
            <a:ext cx="2078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4~6 </a:t>
            </a:r>
            <a:r>
              <a:rPr lang="ko-KR" altLang="en-US" dirty="0" err="1"/>
              <a:t>컬럼명</a:t>
            </a:r>
            <a:r>
              <a:rPr lang="ko-KR" altLang="en-US" dirty="0"/>
              <a:t> 확인</a:t>
            </a:r>
          </a:p>
        </p:txBody>
      </p:sp>
    </p:spTree>
    <p:extLst>
      <p:ext uri="{BB962C8B-B14F-4D97-AF65-F5344CB8AC3E}">
        <p14:creationId xmlns:p14="http://schemas.microsoft.com/office/powerpoint/2010/main" val="41829430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42E5F-E328-35B4-0CE1-C634EDAC4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386CA34-C615-A2C8-19FD-57151C48D3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94333"/>
            <a:ext cx="12192000" cy="147893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69F3A58-77CB-667B-CB3C-5B81F06A4038}"/>
              </a:ext>
            </a:extLst>
          </p:cNvPr>
          <p:cNvSpPr txBox="1"/>
          <p:nvPr/>
        </p:nvSpPr>
        <p:spPr>
          <a:xfrm>
            <a:off x="4449618" y="1948873"/>
            <a:ext cx="3292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첫번째 레코드 탈취</a:t>
            </a:r>
            <a:r>
              <a:rPr lang="en-US" altLang="ko-KR" dirty="0"/>
              <a:t>(STDBIRTH)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7062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19</Words>
  <Application>Microsoft Office PowerPoint</Application>
  <PresentationFormat>와이드스크린</PresentationFormat>
  <Paragraphs>5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안성현</dc:creator>
  <cp:lastModifiedBy>안성현</cp:lastModifiedBy>
  <cp:revision>1</cp:revision>
  <dcterms:created xsi:type="dcterms:W3CDTF">2026-09-03T03:01:28Z</dcterms:created>
  <dcterms:modified xsi:type="dcterms:W3CDTF">2026-09-03T03:11:41Z</dcterms:modified>
</cp:coreProperties>
</file>