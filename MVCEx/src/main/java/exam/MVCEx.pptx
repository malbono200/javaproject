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CE637-C4D9-C56F-0551-3F1AD692C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C7F744-DE93-65CF-D921-F76F19AE2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24D4B9-0A48-B9C4-965A-71622171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94737-5E4B-45F6-84F4-A9C70E532996}" type="datetimeFigureOut">
              <a:rPr lang="ko-KR" altLang="en-US" smtClean="0"/>
              <a:t>26-09-02(Wed)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5BD0B-8EEA-426D-6EB7-A974F7A4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B8B819-D00B-FDA9-61C5-7E584256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809FF-0742-442C-9A76-7DEF8BDA4E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11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6D545-D90E-BF39-9391-EB4B1C147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FE44B-FC09-3F2C-2A3F-384669393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FCAFA5-E1DE-E430-640D-F4D8F63A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94737-5E4B-45F6-84F4-A9C70E532996}" type="datetimeFigureOut">
              <a:rPr lang="ko-KR" altLang="en-US" smtClean="0"/>
              <a:t>26-09-02(Wed)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BF27A-51F6-A86A-BA5A-6CE19B311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B2C93F-E679-B202-DAF1-1F65223A4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809FF-0742-442C-9A76-7DEF8BDA4E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57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DCD15-8B01-14BB-5602-8055E9F48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A9F1E1-1264-C667-CACF-56B621552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B482F6-4F33-F3B8-48D3-07D297A3F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94737-5E4B-45F6-84F4-A9C70E532996}" type="datetimeFigureOut">
              <a:rPr lang="ko-KR" altLang="en-US" smtClean="0"/>
              <a:t>26-09-02(Wed)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ABD165-F664-01DE-12CF-C947805B8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78CB20-28CA-2FF4-5E2C-7F97B0117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809FF-0742-442C-9A76-7DEF8BDA4E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43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AED02-E6EB-47CE-193F-5B733457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F07FD-1721-5FC7-EB26-5410AA4C7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29E715-CB47-6889-2188-EBD69C04D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9D46A1-9E93-8E18-C4A6-CE8144F6B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94737-5E4B-45F6-84F4-A9C70E532996}" type="datetimeFigureOut">
              <a:rPr lang="ko-KR" altLang="en-US" smtClean="0"/>
              <a:t>26-09-02(Wed)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83B1CB-6649-9A83-C515-6B0CA0025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E665D1-2269-CC2E-93C5-5815F9DC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809FF-0742-442C-9A76-7DEF8BDA4E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017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AC24F-9D18-B236-24EF-EFF172EF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4FFCA0-8EE2-B16F-3AF1-C6FDBD627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ECD68F-1973-B4B8-E899-5907A1C4D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308836-1FCC-ECC5-0413-C72DDCBFE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3E2F4B-3591-94C8-6D40-D135AF7E2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0252BE-C5A2-EE5B-42CE-DEDD02DC8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94737-5E4B-45F6-84F4-A9C70E532996}" type="datetimeFigureOut">
              <a:rPr lang="ko-KR" altLang="en-US" smtClean="0"/>
              <a:t>26-09-02(Wed)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E6AE5E-C10F-FB29-65F8-CF4BA3E0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ACF8A8-0C3F-BFF0-A6EC-28F194AB0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809FF-0742-442C-9A76-7DEF8BDA4E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78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5AE87-6B42-3146-1D1E-E9EE5DD02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EDC55CA-1780-2C30-E46E-8A5799F4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94737-5E4B-45F6-84F4-A9C70E532996}" type="datetimeFigureOut">
              <a:rPr lang="ko-KR" altLang="en-US" smtClean="0"/>
              <a:t>26-09-02(Wed)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C9ACC1-416F-5BBD-BB93-FB88E091E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5613DE-8E69-3B97-692E-FC544CDC6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809FF-0742-442C-9A76-7DEF8BDA4E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272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D290D6-1AF2-F10D-42B3-4C8997C9E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94737-5E4B-45F6-84F4-A9C70E532996}" type="datetimeFigureOut">
              <a:rPr lang="ko-KR" altLang="en-US" smtClean="0"/>
              <a:t>26-09-02(Wed)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E1ECAF-9556-DD27-8AB5-155761270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A2F8-4591-1830-F065-0928DA84C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809FF-0742-442C-9A76-7DEF8BDA4E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915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64F66-C3D3-7166-CB91-866A35C7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965EA5-B998-B8F7-236B-D3EFEBAA8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DC224-ABEC-36E4-55C3-78D7FEDF0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1473DF-FEE7-D85E-08BA-FB139D13A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94737-5E4B-45F6-84F4-A9C70E532996}" type="datetimeFigureOut">
              <a:rPr lang="ko-KR" altLang="en-US" smtClean="0"/>
              <a:t>26-09-02(Wed)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9C052D-EE60-6BC8-5BD1-4822413FD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847CEF-4457-7D52-A9DA-72B3FE6F6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809FF-0742-442C-9A76-7DEF8BDA4E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44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80E1B-DD61-D587-E894-C18EE98CB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5EC62F-749D-6570-6FBE-DC2BF24FE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6EB3BD-972E-4828-BD68-C935DAB50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93A83B-AAEA-F928-70B3-0D7C19A5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94737-5E4B-45F6-84F4-A9C70E532996}" type="datetimeFigureOut">
              <a:rPr lang="ko-KR" altLang="en-US" smtClean="0"/>
              <a:t>26-09-02(Wed)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0B3578-4AD7-E53B-B6F3-5F42CD34A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8C9769-F419-DF8E-4EE2-F7BAB256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809FF-0742-442C-9A76-7DEF8BDA4E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725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A0280A-B1F6-925A-1D75-97273D2B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0A7566-1A97-C93E-C4F5-F0605059F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0C3A71-F5F7-9BFD-444B-7F21EFEEA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94737-5E4B-45F6-84F4-A9C70E532996}" type="datetimeFigureOut">
              <a:rPr lang="ko-KR" altLang="en-US" smtClean="0"/>
              <a:t>26-09-02(Wed)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CA58DE-CE01-24A6-5AC5-158A5A945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95E1C3-9F7F-5691-BE51-AF809837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809FF-0742-442C-9A76-7DEF8BDA4E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194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508E72-FBA1-0FA8-7C63-D185FDD21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A9BD50-30CF-BDDB-1365-5D37F0477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1407C-504D-4B8B-6BBD-1DF9F7369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94737-5E4B-45F6-84F4-A9C70E532996}" type="datetimeFigureOut">
              <a:rPr lang="ko-KR" altLang="en-US" smtClean="0"/>
              <a:t>26-09-02(Wed)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9F02D8-8304-207A-EAC6-1677F4AAA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B3596A-CA7A-A366-C725-F39E85A9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809FF-0742-442C-9A76-7DEF8BDA4E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46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01B83B-CC58-EBA2-09C2-E4BB9335C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78CD23-E683-10E7-3DEF-CB5BEF760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6F5BE-218A-53F1-1048-9BDBB4043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94737-5E4B-45F6-84F4-A9C70E532996}" type="datetimeFigureOut">
              <a:rPr lang="ko-KR" altLang="en-US" smtClean="0"/>
              <a:t>26-09-02(Wed)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F40C56-730D-FDA4-C95E-2A5C60EE6D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244A47-8AD4-8B98-FC99-79F882DC1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809FF-0742-442C-9A76-7DEF8BDA4E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62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82B5C97-4662-00BC-3EA4-F6207603E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596" y="1021934"/>
            <a:ext cx="6154009" cy="16099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16C8298-7DFF-A080-7893-A122B5037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967" y="2763727"/>
            <a:ext cx="8888065" cy="22863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362CAB-6B56-D815-8B1A-6030AA8D323D}"/>
              </a:ext>
            </a:extLst>
          </p:cNvPr>
          <p:cNvSpPr txBox="1"/>
          <p:nvPr/>
        </p:nvSpPr>
        <p:spPr>
          <a:xfrm>
            <a:off x="2167857" y="5181889"/>
            <a:ext cx="7567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UNION 연산을 사용하려면 앞뒤 쿼리의 컬럼 수가 정확히 </a:t>
            </a:r>
            <a:r>
              <a:rPr lang="ko-KR" altLang="ko-KR"/>
              <a:t>일치해야 </a:t>
            </a:r>
            <a:r>
              <a:rPr lang="ko-KR" altLang="en-US"/>
              <a:t>하기 때문에</a:t>
            </a:r>
            <a:r>
              <a:rPr lang="ko-KR" altLang="ko-KR"/>
              <a:t> </a:t>
            </a:r>
            <a:r>
              <a:rPr lang="ko-KR" altLang="ko-KR" dirty="0"/>
              <a:t>ORDER BY 절 뒤의 숫자를 점차 늘려가며 조회하다가 오류가 발생하는 시점을 찾아 원본 쿼리의 컬럼 수가 총 6개임을 알아냅니다.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163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130EF-C5B0-B2F0-D72E-E217E52E1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37A0F0-9FC0-9A1B-63D2-8A30387BC0B8}"/>
              </a:ext>
            </a:extLst>
          </p:cNvPr>
          <p:cNvSpPr txBox="1"/>
          <p:nvPr/>
        </p:nvSpPr>
        <p:spPr>
          <a:xfrm>
            <a:off x="2253674" y="4396510"/>
            <a:ext cx="68210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6개의 컬럼 중 자바 코드를 통해 화면에 실제로 보여지는 컬럼이 몇 </a:t>
            </a:r>
            <a:r>
              <a:rPr lang="ko-KR" altLang="ko-KR" dirty="0" err="1"/>
              <a:t>번째인지</a:t>
            </a:r>
            <a:r>
              <a:rPr lang="en-US" altLang="ko-KR" dirty="0"/>
              <a:t> </a:t>
            </a:r>
            <a:r>
              <a:rPr lang="ko-KR" altLang="en-US" dirty="0"/>
              <a:t>어떤</a:t>
            </a:r>
            <a:r>
              <a:rPr lang="ko-KR" altLang="ko-KR" dirty="0"/>
              <a:t> 데이터 타입이 문자인지 숫자인지 알아내는 단계입니다. NULL, 0, '</a:t>
            </a:r>
            <a:r>
              <a:rPr lang="ko-KR" altLang="ko-KR" dirty="0" err="1"/>
              <a:t>a</a:t>
            </a:r>
            <a:r>
              <a:rPr lang="ko-KR" altLang="ko-KR" dirty="0"/>
              <a:t>' 등의 값을 번갈아 넣으며 오류가 나지 않는 조합을 찾고, 최종적으로 1번째(문자), 2번째(문자), 3번째(숫자) 컬럼만 화면에 출력됨을 파악합니다.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5BFA36-A65F-AAF3-4AA3-ECDDE9E77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70" y="1447774"/>
            <a:ext cx="10593278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5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76FD-5456-999E-D7F3-714C4027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1F2900A-EDFC-8CB8-80B1-F5A99D93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8086"/>
            <a:ext cx="12192000" cy="3005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B7C74E-D13F-1B0E-7C21-7F15D70CE736}"/>
              </a:ext>
            </a:extLst>
          </p:cNvPr>
          <p:cNvSpPr txBox="1"/>
          <p:nvPr/>
        </p:nvSpPr>
        <p:spPr>
          <a:xfrm>
            <a:off x="2701636" y="4719783"/>
            <a:ext cx="6788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데이터를 빼내려면 정확한 컬럼명을 알아야 </a:t>
            </a:r>
            <a:r>
              <a:rPr lang="ko-KR" altLang="en-US" dirty="0"/>
              <a:t>하기 때문에 </a:t>
            </a:r>
            <a:r>
              <a:rPr lang="ko-KR" altLang="ko-KR" dirty="0"/>
              <a:t>오라클의 시스템 뷰인 </a:t>
            </a:r>
            <a:r>
              <a:rPr lang="ko-KR" altLang="ko-KR" dirty="0" err="1"/>
              <a:t>ALL_TAB_COLUMNS를</a:t>
            </a:r>
            <a:r>
              <a:rPr lang="ko-KR" altLang="ko-KR" dirty="0"/>
              <a:t> 조회하여 BOOK 테이블을 구성하는 컬럼 이름과 데이터 타입 정보를 </a:t>
            </a:r>
            <a:r>
              <a:rPr lang="ko-KR" altLang="ko-KR" dirty="0" err="1"/>
              <a:t>출력</a:t>
            </a:r>
            <a:r>
              <a:rPr lang="ko-KR" altLang="en-US" dirty="0" err="1"/>
              <a:t>값을</a:t>
            </a:r>
            <a:r>
              <a:rPr lang="ko-KR" altLang="en-US" dirty="0"/>
              <a:t> 통</a:t>
            </a:r>
            <a:r>
              <a:rPr lang="ko-KR" altLang="ko-KR" dirty="0"/>
              <a:t>해 화면에 띄워 획득합니다.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365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0D80C-5F0E-0F7A-4139-88D44C29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4D9819-2C14-215B-42B6-4CA9A0A5E5D3}"/>
              </a:ext>
            </a:extLst>
          </p:cNvPr>
          <p:cNvSpPr txBox="1"/>
          <p:nvPr/>
        </p:nvSpPr>
        <p:spPr>
          <a:xfrm>
            <a:off x="1570183" y="5591862"/>
            <a:ext cx="8423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이전 단계에서 알아낸 컬럼 정보를 바탕으로 화면의 학생 번호 자리에 BOOKNO, 학생 이름 자리에 BOOKNAME, 숫자만 허용하는 '학년' 자리에 </a:t>
            </a:r>
            <a:r>
              <a:rPr lang="ko-KR" altLang="ko-KR" dirty="0" err="1"/>
              <a:t>BOOKPRICE을</a:t>
            </a:r>
            <a:r>
              <a:rPr lang="ko-KR" altLang="ko-KR" dirty="0"/>
              <a:t> </a:t>
            </a:r>
            <a:endParaRPr lang="en-US" altLang="ko-KR" dirty="0"/>
          </a:p>
          <a:p>
            <a:r>
              <a:rPr lang="ko-KR" altLang="ko-KR" dirty="0"/>
              <a:t>차례대로 매핑하여 BOOK 테이블에 저장된 실제 도서 데이터를 최종적으로 </a:t>
            </a:r>
            <a:endParaRPr lang="en-US" altLang="ko-KR" dirty="0"/>
          </a:p>
          <a:p>
            <a:r>
              <a:rPr lang="ko-KR" altLang="ko-KR" dirty="0"/>
              <a:t>화면에 출력시킵니다.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C1E803-5F9E-5393-29A7-1BA232FF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809"/>
            <a:ext cx="12192000" cy="543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11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158</Words>
  <Application>Microsoft Office PowerPoint</Application>
  <PresentationFormat>와이드스크린</PresentationFormat>
  <Paragraphs>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안성현</dc:creator>
  <cp:lastModifiedBy>안성현</cp:lastModifiedBy>
  <cp:revision>1</cp:revision>
  <dcterms:created xsi:type="dcterms:W3CDTF">2026-09-02T11:02:24Z</dcterms:created>
  <dcterms:modified xsi:type="dcterms:W3CDTF">2026-09-02T12:58:55Z</dcterms:modified>
</cp:coreProperties>
</file>